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9" r:id="rId3"/>
    <p:sldId id="256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9582022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9478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356724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230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2422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643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3663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97497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402432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9628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2345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60AD3CCE-071F-4B8E-8AC5-D36671CE0CE8}" type="datetimeFigureOut">
              <a:rPr kumimoji="1" lang="ja-JP" altLang="en-US" smtClean="0"/>
              <a:t>2026/7/6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B37D7E2B-F8ED-469C-8F05-023F1D7F84D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065001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C89EA62-F38E-4285-A105-C5E1BD360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2CF6E46A-CCCD-4728-B011-E147B2362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2C684B-30C9-4689-A529-EBF1B8ADB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C2B4A13-0632-456F-A66A-2D0CDB9D3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568A552-34C4-41D2-A36B-9E86EC569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 flipH="1">
            <a:off x="1730653" y="-921117"/>
            <a:ext cx="1756584" cy="4408488"/>
          </a:xfrm>
          <a:custGeom>
            <a:avLst/>
            <a:gdLst>
              <a:gd name="connsiteX0" fmla="*/ 1756584 w 1756584"/>
              <a:gd name="connsiteY0" fmla="*/ 4408488 h 4408488"/>
              <a:gd name="connsiteX1" fmla="*/ 1756584 w 1756584"/>
              <a:gd name="connsiteY1" fmla="*/ 0 h 4408488"/>
              <a:gd name="connsiteX2" fmla="*/ 1350810 w 1756584"/>
              <a:gd name="connsiteY2" fmla="*/ 0 h 4408488"/>
              <a:gd name="connsiteX3" fmla="*/ 1350810 w 1756584"/>
              <a:gd name="connsiteY3" fmla="*/ 4024068 h 4408488"/>
              <a:gd name="connsiteX4" fmla="*/ 0 w 1756584"/>
              <a:gd name="connsiteY4" fmla="*/ 4023445 h 4408488"/>
              <a:gd name="connsiteX5" fmla="*/ 0 w 1756584"/>
              <a:gd name="connsiteY5" fmla="*/ 4408488 h 4408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6584" h="4408488">
                <a:moveTo>
                  <a:pt x="1756584" y="4408488"/>
                </a:moveTo>
                <a:lnTo>
                  <a:pt x="1756584" y="0"/>
                </a:lnTo>
                <a:lnTo>
                  <a:pt x="1350810" y="0"/>
                </a:lnTo>
                <a:lnTo>
                  <a:pt x="1350810" y="4024068"/>
                </a:lnTo>
                <a:lnTo>
                  <a:pt x="0" y="4023445"/>
                </a:lnTo>
                <a:lnTo>
                  <a:pt x="0" y="4408488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8BE655E-142C-41C9-895E-54D55EDDA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 flipV="1">
            <a:off x="8673443" y="2182330"/>
            <a:ext cx="1755930" cy="4408488"/>
          </a:xfrm>
          <a:custGeom>
            <a:avLst/>
            <a:gdLst>
              <a:gd name="connsiteX0" fmla="*/ 0 w 1755930"/>
              <a:gd name="connsiteY0" fmla="*/ 4023420 h 4408488"/>
              <a:gd name="connsiteX1" fmla="*/ 1 w 1755930"/>
              <a:gd name="connsiteY1" fmla="*/ 4408488 h 4408488"/>
              <a:gd name="connsiteX2" fmla="*/ 1755930 w 1755930"/>
              <a:gd name="connsiteY2" fmla="*/ 4408488 h 4408488"/>
              <a:gd name="connsiteX3" fmla="*/ 1755930 w 1755930"/>
              <a:gd name="connsiteY3" fmla="*/ 0 h 4408488"/>
              <a:gd name="connsiteX4" fmla="*/ 1350156 w 1755930"/>
              <a:gd name="connsiteY4" fmla="*/ 0 h 4408488"/>
              <a:gd name="connsiteX5" fmla="*/ 1350156 w 1755930"/>
              <a:gd name="connsiteY5" fmla="*/ 4023628 h 4408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55930" h="4408488">
                <a:moveTo>
                  <a:pt x="0" y="4023420"/>
                </a:moveTo>
                <a:lnTo>
                  <a:pt x="1" y="4408488"/>
                </a:lnTo>
                <a:lnTo>
                  <a:pt x="1755930" y="4408488"/>
                </a:lnTo>
                <a:lnTo>
                  <a:pt x="1755930" y="0"/>
                </a:lnTo>
                <a:lnTo>
                  <a:pt x="1350156" y="0"/>
                </a:lnTo>
                <a:lnTo>
                  <a:pt x="1350156" y="4023628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3631589-79E5-7069-11C6-7C5DB9335643}"/>
              </a:ext>
            </a:extLst>
          </p:cNvPr>
          <p:cNvSpPr txBox="1"/>
          <p:nvPr/>
        </p:nvSpPr>
        <p:spPr>
          <a:xfrm>
            <a:off x="1105289" y="1579048"/>
            <a:ext cx="9969910" cy="2465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ja-JP" altLang="en-US" sz="7200" cap="all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卒業制作</a:t>
            </a:r>
            <a:endParaRPr kumimoji="1" lang="en-US" altLang="ja-JP" sz="7200" cap="all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  <a:cs typeface="+mj-cs"/>
            </a:endParaRPr>
          </a:p>
          <a:p>
            <a:pPr algn="ctr" defTabSz="914400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lang="ja-JP" altLang="en-US" sz="7200" cap="all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中間発表</a:t>
            </a:r>
            <a:endParaRPr kumimoji="1" lang="en-US" altLang="ja-JP" sz="7200" cap="all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CC593-9FF4-46EF-81AE-2D26922F1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6453386"/>
            <a:ext cx="12191998" cy="40461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598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812C54-7AEF-4ABB-826E-221F51CB0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1F40E4-8A76-44CF-91EC-907367352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6"/>
            <a:ext cx="304441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171013-D973-4187-9CF2-EE098EEF8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81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58F93EE-CCF5-3529-034A-2769ADC0A87F}"/>
              </a:ext>
            </a:extLst>
          </p:cNvPr>
          <p:cNvSpPr txBox="1"/>
          <p:nvPr/>
        </p:nvSpPr>
        <p:spPr>
          <a:xfrm>
            <a:off x="3423131" y="1638300"/>
            <a:ext cx="7705164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ja-JP" altLang="en-US" sz="4800" b="1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・テーマ</a:t>
            </a:r>
            <a:r>
              <a:rPr kumimoji="1" lang="en-US" altLang="ja-JP" sz="4800" b="1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(2</a:t>
            </a:r>
            <a:r>
              <a:rPr kumimoji="1" lang="ja-JP" altLang="en-US" sz="4800" b="1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つ</a:t>
            </a:r>
            <a:r>
              <a:rPr kumimoji="1" lang="en-US" altLang="ja-JP" sz="4800" b="1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)</a:t>
            </a: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lang="ja-JP" altLang="en-US" sz="4800" b="1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・目的</a:t>
            </a:r>
            <a:endParaRPr lang="en-US" altLang="ja-JP" sz="4800" b="1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ja-JP" altLang="en-US" sz="4800" b="1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・内容</a:t>
            </a:r>
            <a:endParaRPr kumimoji="1" lang="en-US" altLang="ja-JP" sz="4800" b="1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lang="ja-JP" altLang="en-US" sz="4800" b="1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・今後の流れ</a:t>
            </a:r>
            <a:endParaRPr lang="en-US" altLang="ja-JP" b="1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DE868A0-70BC-DDFE-BF0B-1EF8370C1B50}"/>
              </a:ext>
            </a:extLst>
          </p:cNvPr>
          <p:cNvSpPr txBox="1"/>
          <p:nvPr/>
        </p:nvSpPr>
        <p:spPr>
          <a:xfrm>
            <a:off x="634255" y="2590800"/>
            <a:ext cx="1702545" cy="956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ja-JP" altLang="en-US" sz="4800" b="1" spc="3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目次</a:t>
            </a:r>
          </a:p>
        </p:txBody>
      </p:sp>
    </p:spTree>
    <p:extLst>
      <p:ext uri="{BB962C8B-B14F-4D97-AF65-F5344CB8AC3E}">
        <p14:creationId xmlns:p14="http://schemas.microsoft.com/office/powerpoint/2010/main" val="1378443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A97F59D-628C-4053-B41F-489D0045F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2812C54-7AEF-4ABB-826E-221F51CB0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1F40E4-8A76-44CF-91EC-907367352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6"/>
            <a:ext cx="304441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171013-D973-4187-9CF2-EE098EEF8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81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9074537-0ADE-E0A0-9FC6-40DE49542FA4}"/>
              </a:ext>
            </a:extLst>
          </p:cNvPr>
          <p:cNvSpPr txBox="1"/>
          <p:nvPr/>
        </p:nvSpPr>
        <p:spPr>
          <a:xfrm>
            <a:off x="3363864" y="2286000"/>
            <a:ext cx="8431896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lang="ja-JP" altLang="en-US" sz="4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・個人経営</a:t>
            </a:r>
            <a:endParaRPr lang="en-US" altLang="ja-JP" sz="48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ja-JP" altLang="en-US" sz="4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・美容サイト</a:t>
            </a:r>
            <a:endParaRPr lang="en-US" altLang="ja-JP" sz="48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lang="ja-JP" altLang="en-US" sz="4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・メニュー表、チラシの制作</a:t>
            </a:r>
            <a:endParaRPr lang="en-US" altLang="ja-JP" sz="48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2B1741-831A-B56D-CDFE-E47DC7EBB0DF}"/>
              </a:ext>
            </a:extLst>
          </p:cNvPr>
          <p:cNvSpPr txBox="1"/>
          <p:nvPr/>
        </p:nvSpPr>
        <p:spPr>
          <a:xfrm>
            <a:off x="248774" y="2799080"/>
            <a:ext cx="2681336" cy="817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ja-JP" altLang="en-US" sz="4400" b="1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テーマ１</a:t>
            </a:r>
          </a:p>
        </p:txBody>
      </p:sp>
    </p:spTree>
    <p:extLst>
      <p:ext uri="{BB962C8B-B14F-4D97-AF65-F5344CB8AC3E}">
        <p14:creationId xmlns:p14="http://schemas.microsoft.com/office/powerpoint/2010/main" val="344619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812C54-7AEF-4ABB-826E-221F51CB0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1F40E4-8A76-44CF-91EC-907367352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6"/>
            <a:ext cx="304441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171013-D973-4187-9CF2-EE098EEF8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81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BB0EEBE-1F55-D96C-F2A0-B486C9BB67FA}"/>
              </a:ext>
            </a:extLst>
          </p:cNvPr>
          <p:cNvSpPr txBox="1"/>
          <p:nvPr/>
        </p:nvSpPr>
        <p:spPr>
          <a:xfrm>
            <a:off x="3363863" y="2286000"/>
            <a:ext cx="8828135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もっと多くの人にこの個人経営をしている</a:t>
            </a:r>
            <a:endParaRPr kumimoji="1" lang="en-US" altLang="ja-JP" sz="32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場所に訪問してもらいたい</a:t>
            </a:r>
            <a:endParaRPr kumimoji="1" lang="en-US" altLang="ja-JP" sz="32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もっと多くの知らないお客さんを増やしたい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D2A2F2-F24B-DB59-C2AD-21FDB881CB42}"/>
              </a:ext>
            </a:extLst>
          </p:cNvPr>
          <p:cNvSpPr txBox="1"/>
          <p:nvPr/>
        </p:nvSpPr>
        <p:spPr>
          <a:xfrm>
            <a:off x="718887" y="2600584"/>
            <a:ext cx="1378037" cy="9147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ja-JP" altLang="en-US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目的</a:t>
            </a:r>
            <a:endParaRPr kumimoji="1" lang="en-US" altLang="ja-JP" sz="44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31487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812C54-7AEF-4ABB-826E-221F51CB0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1F40E4-8A76-44CF-91EC-907367352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6"/>
            <a:ext cx="304441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171013-D973-4187-9CF2-EE098EEF8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81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E542270-765C-BB90-6C86-1771D2729914}"/>
              </a:ext>
            </a:extLst>
          </p:cNvPr>
          <p:cNvSpPr txBox="1"/>
          <p:nvPr/>
        </p:nvSpPr>
        <p:spPr>
          <a:xfrm>
            <a:off x="3363864" y="2286000"/>
            <a:ext cx="8614776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7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月～</a:t>
            </a: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10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月までに</a:t>
            </a: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Web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ページの形を作り</a:t>
            </a:r>
            <a:endParaRPr kumimoji="1" lang="en-US" altLang="ja-JP" sz="28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11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月で</a:t>
            </a: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Web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ページのデザインで使うイラストなどのを制作いたします</a:t>
            </a:r>
            <a:endParaRPr kumimoji="1" lang="en-US" altLang="ja-JP" sz="28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7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月～</a:t>
            </a: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11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月でここでメニュー表</a:t>
            </a: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(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チラシ</a:t>
            </a: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)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制作を行います</a:t>
            </a:r>
            <a:endParaRPr kumimoji="1" lang="en-US" altLang="ja-JP" sz="28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12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月～</a:t>
            </a: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1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月でメニュー表を配り今後来るお客様の声なども</a:t>
            </a:r>
            <a:r>
              <a:rPr kumimoji="1" lang="en-US" altLang="ja-JP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Web</a:t>
            </a:r>
            <a:r>
              <a:rPr kumimoji="1" lang="ja-JP" altLang="en-US" sz="28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ページに記載</a:t>
            </a:r>
            <a:endParaRPr kumimoji="1" lang="en-US" altLang="ja-JP" sz="28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401D1B4-F1CE-AF50-D574-796DAD44D244}"/>
              </a:ext>
            </a:extLst>
          </p:cNvPr>
          <p:cNvSpPr txBox="1"/>
          <p:nvPr/>
        </p:nvSpPr>
        <p:spPr>
          <a:xfrm>
            <a:off x="72768" y="2686050"/>
            <a:ext cx="2743041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ja-JP" altLang="en-US" sz="40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今後の内容</a:t>
            </a:r>
            <a:endParaRPr kumimoji="1" lang="en-US" altLang="ja-JP" sz="40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613019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812C54-7AEF-4ABB-826E-221F51CB0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1F40E4-8A76-44CF-91EC-907367352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6"/>
            <a:ext cx="304441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2171013-D973-4187-9CF2-EE098EEF8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81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9425A7-E620-5DF7-950A-0C9356D3B46D}"/>
              </a:ext>
            </a:extLst>
          </p:cNvPr>
          <p:cNvSpPr txBox="1"/>
          <p:nvPr/>
        </p:nvSpPr>
        <p:spPr>
          <a:xfrm>
            <a:off x="2930110" y="2771140"/>
            <a:ext cx="9929908" cy="3444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ja-JP" altLang="en-US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・ピアスのデザイン</a:t>
            </a:r>
            <a:r>
              <a:rPr kumimoji="1" lang="en-US" altLang="ja-JP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Web</a:t>
            </a:r>
            <a:r>
              <a:rPr kumimoji="1" lang="ja-JP" altLang="en-US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ページ</a:t>
            </a:r>
            <a:r>
              <a:rPr kumimoji="1" lang="en-US" altLang="ja-JP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(</a:t>
            </a:r>
            <a:r>
              <a:rPr kumimoji="1" lang="ja-JP" altLang="en-US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仮想</a:t>
            </a:r>
            <a:r>
              <a:rPr kumimoji="1" lang="en-US" altLang="ja-JP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)</a:t>
            </a:r>
          </a:p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endParaRPr kumimoji="1" lang="en-US" altLang="ja-JP" dirty="0">
              <a:solidFill>
                <a:schemeClr val="tx2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515FEA-6E8C-4B81-1E60-33B920322618}"/>
              </a:ext>
            </a:extLst>
          </p:cNvPr>
          <p:cNvSpPr txBox="1"/>
          <p:nvPr/>
        </p:nvSpPr>
        <p:spPr>
          <a:xfrm>
            <a:off x="179292" y="2771140"/>
            <a:ext cx="2367865" cy="939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ja-JP" altLang="en-US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テーマ</a:t>
            </a:r>
            <a:r>
              <a:rPr kumimoji="1" lang="en-US" altLang="ja-JP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74011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812C54-7AEF-4ABB-826E-221F51CB0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1F40E4-8A76-44CF-91EC-907367352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6"/>
            <a:ext cx="304441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171013-D973-4187-9CF2-EE098EEF8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81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084CA30-3A77-FE3B-666C-1F18753BA6D6}"/>
              </a:ext>
            </a:extLst>
          </p:cNvPr>
          <p:cNvSpPr txBox="1"/>
          <p:nvPr/>
        </p:nvSpPr>
        <p:spPr>
          <a:xfrm>
            <a:off x="3363863" y="2286000"/>
            <a:ext cx="8328603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384048" defTabSz="914400">
              <a:lnSpc>
                <a:spcPct val="94000"/>
              </a:lnSpc>
              <a:spcAft>
                <a:spcPts val="200"/>
              </a:spcAft>
              <a:buFont typeface="Franklin Gothic Book" panose="020B0503020102020204" pitchFamily="34" charset="0"/>
            </a:pPr>
            <a:endParaRPr kumimoji="1" lang="en-US" altLang="ja-JP" sz="28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0E94C3D-7348-72C3-520A-0A55068A3EAC}"/>
              </a:ext>
            </a:extLst>
          </p:cNvPr>
          <p:cNvSpPr txBox="1"/>
          <p:nvPr/>
        </p:nvSpPr>
        <p:spPr>
          <a:xfrm>
            <a:off x="793981" y="2686050"/>
            <a:ext cx="1583459" cy="8496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ja-JP" altLang="en-US" sz="4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目的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412A593-D342-00C2-239C-8DEDDC39F7F1}"/>
              </a:ext>
            </a:extLst>
          </p:cNvPr>
          <p:cNvSpPr txBox="1"/>
          <p:nvPr/>
        </p:nvSpPr>
        <p:spPr>
          <a:xfrm>
            <a:off x="3171420" y="2452216"/>
            <a:ext cx="8842780" cy="1601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384048" defTabSz="914400">
              <a:lnSpc>
                <a:spcPct val="150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ja-JP" altLang="en-US" sz="3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ピアスのオーダーメイドの会社が少ないのでそのための</a:t>
            </a:r>
            <a:r>
              <a:rPr kumimoji="1" lang="en-US" altLang="ja-JP" sz="3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Web</a:t>
            </a:r>
            <a:r>
              <a:rPr kumimoji="1" lang="ja-JP" altLang="en-US" sz="34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ページ制作を行います</a:t>
            </a:r>
            <a:r>
              <a:rPr kumimoji="1" lang="ja-JP" altLang="en-US" sz="36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。</a:t>
            </a:r>
            <a:endParaRPr kumimoji="1" lang="en-US" altLang="ja-JP" sz="36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84033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32812C54-7AEF-4ABB-826E-221F51CB0F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891F40E4-8A76-44CF-91EC-907367352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6"/>
            <a:ext cx="304441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1" name="Rectangle 14">
            <a:extLst>
              <a:ext uri="{FF2B5EF4-FFF2-40B4-BE49-F238E27FC236}">
                <a16:creationId xmlns:a16="http://schemas.microsoft.com/office/drawing/2014/main" id="{72171013-D973-4187-9CF2-EE098EEF8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1581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BB1A90-A6C8-5FB0-8A84-EE0F9A4E3598}"/>
              </a:ext>
            </a:extLst>
          </p:cNvPr>
          <p:cNvSpPr txBox="1"/>
          <p:nvPr/>
        </p:nvSpPr>
        <p:spPr>
          <a:xfrm>
            <a:off x="3389264" y="1486088"/>
            <a:ext cx="7705164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384048" defTabSz="914400">
              <a:lnSpc>
                <a:spcPct val="150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ピアスのデザイン</a:t>
            </a:r>
            <a:r>
              <a:rPr kumimoji="1" lang="en-US" altLang="ja-JP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7</a:t>
            </a: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月～</a:t>
            </a:r>
            <a:r>
              <a:rPr kumimoji="1" lang="en-US" altLang="ja-JP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11</a:t>
            </a: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</a:t>
            </a:r>
            <a:endParaRPr kumimoji="1" lang="en-US" altLang="ja-JP" sz="32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150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en-US" altLang="ja-JP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Web</a:t>
            </a: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ページの形を作り</a:t>
            </a:r>
            <a:endParaRPr kumimoji="1" lang="en-US" altLang="ja-JP" sz="32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150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en-US" altLang="ja-JP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Web</a:t>
            </a: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ページでの内容</a:t>
            </a:r>
            <a:r>
              <a:rPr kumimoji="1" lang="en-US" altLang="ja-JP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7</a:t>
            </a: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</a:t>
            </a:r>
            <a:endParaRPr kumimoji="1" lang="en-US" altLang="ja-JP" sz="3200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  <a:p>
            <a:pPr indent="-384048" defTabSz="914400">
              <a:lnSpc>
                <a:spcPct val="150000"/>
              </a:lnSpc>
              <a:spcAft>
                <a:spcPts val="200"/>
              </a:spcAft>
              <a:buFont typeface="Franklin Gothic Book" panose="020B0503020102020204" pitchFamily="34" charset="0"/>
            </a:pPr>
            <a:r>
              <a:rPr kumimoji="1" lang="en-US" altLang="ja-JP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Web</a:t>
            </a: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ページの制作</a:t>
            </a:r>
            <a:r>
              <a:rPr kumimoji="1" lang="en-US" altLang="ja-JP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8</a:t>
            </a: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月～</a:t>
            </a:r>
            <a:r>
              <a:rPr kumimoji="1" lang="en-US" altLang="ja-JP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12</a:t>
            </a:r>
            <a:r>
              <a:rPr kumimoji="1" lang="ja-JP" altLang="en-US" sz="32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</a:rPr>
              <a:t>月</a:t>
            </a:r>
            <a:endParaRPr kumimoji="1" lang="ja-JP" altLang="en-US" dirty="0">
              <a:solidFill>
                <a:schemeClr val="tx2"/>
              </a:solidFill>
              <a:latin typeface="HGS創英角ﾎﾟｯﾌﾟ体" panose="040B0A00000000000000" pitchFamily="50" charset="-128"/>
              <a:ea typeface="HGS創英角ﾎﾟｯﾌﾟ体" panose="040B0A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E43E81F-8F5E-0238-131B-1534282508B9}"/>
              </a:ext>
            </a:extLst>
          </p:cNvPr>
          <p:cNvSpPr txBox="1"/>
          <p:nvPr/>
        </p:nvSpPr>
        <p:spPr>
          <a:xfrm>
            <a:off x="0" y="2686050"/>
            <a:ext cx="295656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89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ja-JP" altLang="en-US" sz="4000" dirty="0">
                <a:solidFill>
                  <a:schemeClr val="tx2"/>
                </a:solidFill>
                <a:latin typeface="HGS創英角ﾎﾟｯﾌﾟ体" panose="040B0A00000000000000" pitchFamily="50" charset="-128"/>
                <a:ea typeface="HGS創英角ﾎﾟｯﾌﾟ体" panose="040B0A00000000000000" pitchFamily="50" charset="-128"/>
                <a:cs typeface="+mj-cs"/>
              </a:rPr>
              <a:t>今後の内容</a:t>
            </a:r>
          </a:p>
        </p:txBody>
      </p:sp>
    </p:spTree>
    <p:extLst>
      <p:ext uri="{BB962C8B-B14F-4D97-AF65-F5344CB8AC3E}">
        <p14:creationId xmlns:p14="http://schemas.microsoft.com/office/powerpoint/2010/main" val="3311902018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246</TotalTime>
  <Words>187</Words>
  <Application>Microsoft Office PowerPoint</Application>
  <PresentationFormat>ワイド画面</PresentationFormat>
  <Paragraphs>29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HGS創英角ﾎﾟｯﾌﾟ体</vt:lpstr>
      <vt:lpstr>Franklin Gothic Book</vt:lpstr>
      <vt:lpstr>トリミング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友原 淳</dc:creator>
  <cp:lastModifiedBy>友原 淳</cp:lastModifiedBy>
  <cp:revision>5</cp:revision>
  <dcterms:created xsi:type="dcterms:W3CDTF">2026-07-03T00:35:44Z</dcterms:created>
  <dcterms:modified xsi:type="dcterms:W3CDTF">2026-07-06T07:28:00Z</dcterms:modified>
</cp:coreProperties>
</file>