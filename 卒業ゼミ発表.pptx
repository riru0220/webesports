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AEAE9F-6F7B-48EF-4FA8-22B59AC27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3EABEBF-7E77-9901-B74C-2CC2D4F6B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795051-61C9-AA4F-099C-6E74D4A7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B2D722-EFC7-403D-46CC-90A55460B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F1FCAB-1929-45A3-2DE9-C14424C5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9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B9F323-8660-637E-A5B6-1237E2BE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39DEBD-723B-695A-84B5-9ED132FEC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549422-83A0-1882-87F1-6104080B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65903C-E77F-F3AC-35B4-793E1A451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803432-7F93-227E-0267-03C8AD7D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785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ADA0D3-6738-6D3B-4042-BD1EA27A7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B6C9D4-4485-49D1-A32A-665AB9C12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107AE7-EC38-B91B-A10F-B47FAC12E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D4DB8C-5D53-3B95-AA85-427D622D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B31C2D-5E65-D824-CB44-FABC4129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732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368D48-4852-038C-A758-57CFF187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DB81FC-CF07-56A3-4D2F-FC57F150E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ACC7CE2-0052-1581-DD66-79E35CFA1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EF5436-D1E6-CBB6-A36E-8D7E622E5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C8241C-709B-6128-C2F9-BD1EBDDC3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2876A7-AD00-654D-1D33-A53A8235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766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0B986F-361E-A9A5-4FC9-4724E6682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9D010C-F924-3321-18B4-A411BE889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73C82D-06DC-B673-1C62-0A59BA88B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2CE84C-FA68-D560-5BA7-9DDFD4B54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F5CE6E4-3A09-60AF-4154-17BAD490D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34A3242-2F8F-9407-11EC-27A6629D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C21B101-733A-8018-7365-6D1D50F1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464DC7E-8107-B1E5-765B-E2213CD0E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38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A6D9AD-2D39-47F6-71BF-69AF46EBC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6928D5F-4540-A01B-ACD9-BC5166311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EB843F6-6B8E-BE72-F3AA-310B72D2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CB29DB-CDE9-B941-8DD4-2FB85EFE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94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84B0D00-774D-6E5B-AE8F-B1AE1229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77438F9-2CB9-CEE6-E775-564999FC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488C4C-C558-B5DC-B434-68343F750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15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992E6B-6DD5-AAE6-B228-74ED42C5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E22DDF-234B-0F91-843E-8077A89F0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4F5337-56D5-8842-1C8F-9ED9D4EC2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063860-8FD7-6AEE-0065-828EAAD74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1B5420-F865-AC45-83F4-F4E08EF2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76784B-1246-4E1B-4E35-0DBB55F6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1246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FAC59D-1A15-A975-A519-1546C024A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5F1E490-3799-CC3F-F22B-BC3AEF6B2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A1EFE7-21C4-70AC-95FA-5FD36558D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1AC2A2-2FD9-F7BC-E8E3-6B6E69E57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F12244-B74B-3AFC-0B26-17EC7D1D0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C70041-4FD4-9BFC-A087-804F0D29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04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33A3F7-51F7-E93E-D767-D0116D1DF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9DE89E-EBC6-57B9-A267-487FB752E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CBCDBE-AA0D-C13E-DC18-6C54D41CC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2A4E2F-790E-6761-F9A7-CB9AC8E9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BD47E2-F83A-1A3D-AD8B-D3DC12159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554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C3EC8DE-AD60-500F-4BB4-ACBAAB55E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3AD64F5-B1FC-F273-3143-E76595ED0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BC94C5-FDF5-71DE-4D87-B5790E58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655EC1-BB9F-C7F1-CAA1-911E38915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EB3415-F30B-AA64-C899-F5E38C47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14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FA7452-D313-084F-9D36-00C1FE7AA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F2FF2F-F3A3-FA8C-7361-D05DE5AB3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C5F453-8504-5CAB-9286-36CA9FF81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D3CCE-071F-4B8E-8AC5-D36671CE0CE8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C27E11-04D8-A3D8-689D-B25D650DB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8E07E2-B7FC-7F5C-8202-C7B2954C1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D7E2B-F8ED-469C-8F05-023F1D7F84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417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9074537-0ADE-E0A0-9FC6-40DE49542FA4}"/>
              </a:ext>
            </a:extLst>
          </p:cNvPr>
          <p:cNvSpPr txBox="1"/>
          <p:nvPr/>
        </p:nvSpPr>
        <p:spPr>
          <a:xfrm>
            <a:off x="5094514" y="2455333"/>
            <a:ext cx="66968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個人経営</a:t>
            </a:r>
            <a:endParaRPr lang="en-US" altLang="ja-JP" sz="4000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pPr algn="ctr"/>
            <a:r>
              <a:rPr kumimoji="1" lang="ja-JP" altLang="en-US" sz="40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美容サイト</a:t>
            </a:r>
            <a:endParaRPr lang="en-US" altLang="ja-JP" sz="4000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pPr algn="ctr"/>
            <a:r>
              <a:rPr lang="ja-JP" altLang="en-US" sz="40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メニュー表ポスターの制作</a:t>
            </a:r>
            <a:endParaRPr lang="en-US" altLang="ja-JP" sz="4000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6" name="平行四辺形 5">
            <a:extLst>
              <a:ext uri="{FF2B5EF4-FFF2-40B4-BE49-F238E27FC236}">
                <a16:creationId xmlns:a16="http://schemas.microsoft.com/office/drawing/2014/main" id="{22EFFCD8-E214-FEB7-DBE4-515B72DC8047}"/>
              </a:ext>
            </a:extLst>
          </p:cNvPr>
          <p:cNvSpPr/>
          <p:nvPr/>
        </p:nvSpPr>
        <p:spPr>
          <a:xfrm>
            <a:off x="-2638696" y="0"/>
            <a:ext cx="7654833" cy="6858000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B2B1741-831A-B56D-CDFE-E47DC7EBB0DF}"/>
              </a:ext>
            </a:extLst>
          </p:cNvPr>
          <p:cNvSpPr txBox="1"/>
          <p:nvPr/>
        </p:nvSpPr>
        <p:spPr>
          <a:xfrm>
            <a:off x="400595" y="2598003"/>
            <a:ext cx="3849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b="1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  <a:cs typeface="ADLaM Display" panose="020F0502020204030204" pitchFamily="2" charset="0"/>
              </a:rPr>
              <a:t>テーマ１</a:t>
            </a:r>
          </a:p>
        </p:txBody>
      </p:sp>
    </p:spTree>
    <p:extLst>
      <p:ext uri="{BB962C8B-B14F-4D97-AF65-F5344CB8AC3E}">
        <p14:creationId xmlns:p14="http://schemas.microsoft.com/office/powerpoint/2010/main" val="344619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1AD315D-B714-BE16-9728-E581B3E2C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720" y="701040"/>
            <a:ext cx="4023360" cy="50292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C75826-A79C-835B-7F4B-8F9537812EB3}"/>
              </a:ext>
            </a:extLst>
          </p:cNvPr>
          <p:cNvSpPr/>
          <p:nvPr/>
        </p:nvSpPr>
        <p:spPr>
          <a:xfrm>
            <a:off x="1535854" y="701040"/>
            <a:ext cx="4023360" cy="51138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メニュー表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デザインとしては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このような感じの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デザインが作られていますが</a:t>
            </a:r>
            <a:endParaRPr kumimoji="1" lang="en-US" altLang="ja-JP" dirty="0"/>
          </a:p>
          <a:p>
            <a:pPr algn="ctr"/>
            <a:r>
              <a:rPr lang="ja-JP" altLang="en-US" dirty="0"/>
              <a:t>文字などのデザインを</a:t>
            </a:r>
            <a:endParaRPr lang="en-US" altLang="ja-JP" dirty="0"/>
          </a:p>
          <a:p>
            <a:pPr algn="ctr"/>
            <a:r>
              <a:rPr lang="ja-JP" altLang="en-US" dirty="0"/>
              <a:t>こだわりたいこともあり</a:t>
            </a:r>
            <a:endParaRPr lang="en-US" altLang="ja-JP" dirty="0"/>
          </a:p>
          <a:p>
            <a:pPr algn="ctr"/>
            <a:r>
              <a:rPr lang="ja-JP" altLang="en-US" dirty="0"/>
              <a:t>そこが改良する感じになって</a:t>
            </a:r>
            <a:endParaRPr lang="en-US" altLang="ja-JP" dirty="0"/>
          </a:p>
          <a:p>
            <a:pPr algn="ctr"/>
            <a:r>
              <a:rPr lang="ja-JP" altLang="en-US" dirty="0"/>
              <a:t>おります。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55383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43</Words>
  <Application>Microsoft Office PowerPoint</Application>
  <PresentationFormat>ワイド画面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HGS創英角ﾎﾟｯﾌﾟ体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友原 淳</dc:creator>
  <cp:lastModifiedBy>友原 淳</cp:lastModifiedBy>
  <cp:revision>3</cp:revision>
  <dcterms:created xsi:type="dcterms:W3CDTF">2026-07-03T00:35:44Z</dcterms:created>
  <dcterms:modified xsi:type="dcterms:W3CDTF">2026-07-03T03:27:01Z</dcterms:modified>
</cp:coreProperties>
</file>