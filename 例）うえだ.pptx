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52" autoAdjust="0"/>
  </p:normalViewPr>
  <p:slideViewPr>
    <p:cSldViewPr snapToGrid="0">
      <p:cViewPr varScale="1">
        <p:scale>
          <a:sx n="93" d="100"/>
          <a:sy n="93" d="100"/>
        </p:scale>
        <p:origin x="1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14B8E-2473-134A-E01C-30F1FEF68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F22839-BE3F-BCE8-FE93-7AB41D9D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722A42-D338-D09E-590C-010C265C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A4F280-8422-CE50-D080-BC6ADB91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42E71F-4207-5BA4-CA65-ACCD4528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41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C27325-4356-B49B-1106-64CC940F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5D544F-F6D8-E696-EB60-45327F0B4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D6722-AA63-40A6-BCAA-2E393553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64274D-DFEF-472F-5C4E-5BC17A4A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A5D231-9982-0C2C-A21C-F4013E1F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33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E41B9-F23F-38DB-4B22-405F8643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2F36A5-DE04-B29E-0A98-E62DC204F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FD56A6-C0DC-52C8-E7BF-84F3C270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222FF1-B480-8220-8CF2-38E6E08A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8F45F4-9EA7-7332-2F03-BA04EF24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73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94A27-2263-C241-05ED-BCBC0BBD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1AAB45-7965-F0AD-4F8F-C7B61E8B2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AD3502-2B36-36F9-54B2-54F0E92C9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34B1B7-DF45-4426-3FA2-8DDB512D5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DD18E-CC01-1645-9B45-2755D043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335800-8B7A-13E4-9C2A-153ACCF0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87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300D8-E5F9-0573-3F54-85D3B636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985C72-80D8-C8F8-A6B0-036D183B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84BA3A-E043-B370-59A7-1F8100E4C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5F1F27-DE3C-5AD8-C63C-C0591EEA2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372001-7B85-B6E6-35E5-2DAAD759D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02DA10C-EFAA-C6F8-71F1-17FD94C6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C2EFDD0-52A5-A1FB-C82E-F9095240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0E8DDE-EAA5-2868-8AD8-63FAA862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72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7CD39-03D1-2774-AE71-93082A22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DEFEC6-64F5-CE77-0897-AB0AEEBA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253037-3B08-3C5C-C1E8-A8A8421C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909E98-8285-3F39-3D8C-83D6565C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31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B2327F-7CE2-BA30-5A5D-FFDA861C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654C11-7FF8-3353-2D0A-A48038DA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4D1FCC-5C46-4699-D199-090D00D0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60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5DE4E-DAB8-F7FA-B37D-EFC98F2A9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3970EC-239B-1B6A-1B2E-BC0F45F96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EA0497-8B7C-59F3-94BB-A4B1F6F69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625480-F7BB-5B45-C0EF-A3CF7241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25309A-AD6E-1CC0-43F0-5138583E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9CB548-55B8-38F8-DF8A-3757CA2A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01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80CEC1-A678-6955-AD80-9BF191B4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073D7C-3B86-DD68-C9B8-5A9CD4FB5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34647C-27D4-B108-250A-EC8A0ABC2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E828E1-723F-C9D8-2D53-0ED87FE6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1ECF4E-F3C1-496A-9861-65F7D1A2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F6DD11-5538-6198-E47C-5532A54D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8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0F76F-E970-767C-AE16-C2439370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F03830-E7CA-BFD4-B9A7-2C82233E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50CF37-B9CD-FAE2-F64B-069A7FE6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E63A55-BC34-B443-112E-B7CCB226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865077-2243-E787-D7D4-9929BF36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49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387343-105C-E067-663C-E92E3ECF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C1CDD9-2EF3-43FA-DE2E-6FF8EC95A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1CC00D-13EB-9DBE-B713-1082C340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288AB0-FC29-476F-DB7E-71D16B73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A9D674-5526-CD12-C9FE-0D6A6D73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9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F3C6DC-4822-5B43-354C-1F3BE89A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D3F7CF-5CA2-2258-CCB7-F085C9BBF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9127AD-716D-1652-81D2-F1E62991F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B5673-BCDF-43C7-90B5-31F719111B5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BAF6A4-6CEC-10C3-BCE1-58DBCBB04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2409A-D1C7-663D-02D0-C8FD4720A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500A7-D555-475F-AD09-8909BEE59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96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AE4074-CFB1-7AE1-76AB-025E641F9FE5}"/>
              </a:ext>
            </a:extLst>
          </p:cNvPr>
          <p:cNvSpPr txBox="1"/>
          <p:nvPr/>
        </p:nvSpPr>
        <p:spPr>
          <a:xfrm>
            <a:off x="326418" y="239730"/>
            <a:ext cx="885867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植田の場合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例えば、植田の登山のページを製作するとします。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そうすると、</a:t>
            </a:r>
            <a:endParaRPr lang="en-US" altLang="ja-JP" dirty="0"/>
          </a:p>
          <a:p>
            <a:r>
              <a:rPr lang="ja-JP" altLang="en-US" dirty="0"/>
              <a:t>風師山</a:t>
            </a:r>
            <a:endParaRPr lang="en-US" altLang="ja-JP" dirty="0"/>
          </a:p>
          <a:p>
            <a:r>
              <a:rPr lang="ja-JP" altLang="en-US" dirty="0"/>
              <a:t>貫山</a:t>
            </a:r>
            <a:endParaRPr lang="en-US" altLang="ja-JP" dirty="0"/>
          </a:p>
          <a:p>
            <a:r>
              <a:rPr lang="ja-JP" altLang="en-US" dirty="0"/>
              <a:t>福智山</a:t>
            </a:r>
            <a:endParaRPr lang="en-US" altLang="ja-JP" dirty="0"/>
          </a:p>
          <a:p>
            <a:r>
              <a:rPr lang="ja-JP" altLang="en-US" dirty="0"/>
              <a:t>尺岳</a:t>
            </a:r>
            <a:endParaRPr lang="en-US" altLang="ja-JP" dirty="0"/>
          </a:p>
          <a:p>
            <a:r>
              <a:rPr lang="ja-JP" altLang="en-US" dirty="0"/>
              <a:t>英彦山</a:t>
            </a:r>
            <a:endParaRPr lang="en-US" altLang="ja-JP" dirty="0"/>
          </a:p>
          <a:p>
            <a:r>
              <a:rPr lang="ja-JP" altLang="en-US" dirty="0"/>
              <a:t>大阪山・・・・・ずっと続くわけです。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で、この中でみんなが知りたいのは何？となるわけです。（分析）＿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※</a:t>
            </a:r>
            <a:r>
              <a:rPr lang="ja-JP" altLang="en-US" dirty="0"/>
              <a:t>ここは主観だと思います。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尺岳</a:t>
            </a:r>
            <a:endParaRPr lang="en-US" altLang="ja-JP" dirty="0"/>
          </a:p>
          <a:p>
            <a:r>
              <a:rPr lang="ja-JP" altLang="en-US" dirty="0"/>
              <a:t>風師山・・・・とマイナーな山ばかり並ぶことがあるでしょう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そしたら、分類です。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ページ１　・・・尺岳を使った紹介ページの概要</a:t>
            </a:r>
            <a:endParaRPr lang="en-US" altLang="ja-JP" dirty="0"/>
          </a:p>
          <a:p>
            <a:r>
              <a:rPr lang="ja-JP" altLang="en-US" dirty="0"/>
              <a:t>ページ２　・・・尺岳の紹介</a:t>
            </a:r>
            <a:endParaRPr lang="en-US" altLang="ja-JP" dirty="0"/>
          </a:p>
          <a:p>
            <a:r>
              <a:rPr lang="ja-JP" altLang="en-US" dirty="0"/>
              <a:t>ページ３　・・・風師山の紹介　という風にページをイメージさせてください。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E0A73A-F598-AD01-9487-0DFD79518E76}"/>
              </a:ext>
            </a:extLst>
          </p:cNvPr>
          <p:cNvSpPr txBox="1"/>
          <p:nvPr/>
        </p:nvSpPr>
        <p:spPr>
          <a:xfrm>
            <a:off x="7592602" y="1037690"/>
            <a:ext cx="366787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多分ここが美容のメニューというようなものになると思います。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で、これが何か明確化してください。お客に必要？売れ戦でリーズナブル？一体そのピックアップの根拠は？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でここを作ってください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277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B18109-EE21-1448-3B1C-FF1C8E52D3EA}"/>
              </a:ext>
            </a:extLst>
          </p:cNvPr>
          <p:cNvSpPr/>
          <p:nvPr/>
        </p:nvSpPr>
        <p:spPr>
          <a:xfrm>
            <a:off x="1304818" y="513708"/>
            <a:ext cx="7500135" cy="61747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5BC704-3B28-10EC-2252-02A34E9022DF}"/>
              </a:ext>
            </a:extLst>
          </p:cNvPr>
          <p:cNvSpPr/>
          <p:nvPr/>
        </p:nvSpPr>
        <p:spPr>
          <a:xfrm>
            <a:off x="1387011" y="616449"/>
            <a:ext cx="7335749" cy="9041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ヘッダ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F1D575-40C4-481A-8B96-8D3E8B900F06}"/>
              </a:ext>
            </a:extLst>
          </p:cNvPr>
          <p:cNvSpPr/>
          <p:nvPr/>
        </p:nvSpPr>
        <p:spPr>
          <a:xfrm>
            <a:off x="1387011" y="1582219"/>
            <a:ext cx="7335749" cy="5342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ナビゲーションメニュー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4A6868B-739F-E363-E117-B87B59A6AB54}"/>
              </a:ext>
            </a:extLst>
          </p:cNvPr>
          <p:cNvSpPr/>
          <p:nvPr/>
        </p:nvSpPr>
        <p:spPr>
          <a:xfrm>
            <a:off x="1387011" y="2198670"/>
            <a:ext cx="7335749" cy="4489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立ち上げ時のページ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lang="en-US" altLang="ja-JP" dirty="0">
              <a:solidFill>
                <a:schemeClr val="tx1"/>
              </a:solidFill>
            </a:endParaRPr>
          </a:p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5775839-53D3-2C39-B5F8-D98C726049E2}"/>
              </a:ext>
            </a:extLst>
          </p:cNvPr>
          <p:cNvSpPr/>
          <p:nvPr/>
        </p:nvSpPr>
        <p:spPr>
          <a:xfrm>
            <a:off x="1787703" y="2589088"/>
            <a:ext cx="2876764" cy="1448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商品１のサービス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（尺岳の写真）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407950E-8E37-31DE-437B-C8C25082D5C6}"/>
              </a:ext>
            </a:extLst>
          </p:cNvPr>
          <p:cNvSpPr/>
          <p:nvPr/>
        </p:nvSpPr>
        <p:spPr>
          <a:xfrm>
            <a:off x="5690171" y="4243227"/>
            <a:ext cx="2876764" cy="13253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商品１のサービス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（ある山の登山口の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写真）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578A0F-3976-502D-8043-0F51CA2C3D68}"/>
              </a:ext>
            </a:extLst>
          </p:cNvPr>
          <p:cNvSpPr/>
          <p:nvPr/>
        </p:nvSpPr>
        <p:spPr>
          <a:xfrm>
            <a:off x="4839128" y="2589088"/>
            <a:ext cx="3698697" cy="1448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説明文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（全体の説明文章）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425AC64-2D5E-EC40-8ED3-B879EE5C8E08}"/>
              </a:ext>
            </a:extLst>
          </p:cNvPr>
          <p:cNvSpPr/>
          <p:nvPr/>
        </p:nvSpPr>
        <p:spPr>
          <a:xfrm>
            <a:off x="1787703" y="4260353"/>
            <a:ext cx="3698697" cy="1448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説明文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（わかりにくい登山口の解説）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B04AC5-623A-6BCB-9C17-ED959F0D468B}"/>
              </a:ext>
            </a:extLst>
          </p:cNvPr>
          <p:cNvSpPr/>
          <p:nvPr/>
        </p:nvSpPr>
        <p:spPr>
          <a:xfrm>
            <a:off x="9174822" y="616449"/>
            <a:ext cx="2763749" cy="5948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作る難易度・ボリュームの理解で左のレイアウトはつけてあげる必要があります。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デザイン上の色・配色、細かな寸法的なレイアウトなどはこの時点では不要です。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会社のコーポレートカラーがあるならば考慮したほうがいいと思います。</a:t>
            </a:r>
            <a:endParaRPr kumimoji="1" lang="en-US" altLang="ja-JP" dirty="0">
              <a:solidFill>
                <a:schemeClr val="tx1"/>
              </a:solidFill>
            </a:endParaRPr>
          </a:p>
          <a:p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個の複雑さで難易度を把握するので、最低限のここまでに何を並べるかの指定はしないといけません。</a:t>
            </a:r>
          </a:p>
        </p:txBody>
      </p:sp>
    </p:spTree>
    <p:extLst>
      <p:ext uri="{BB962C8B-B14F-4D97-AF65-F5344CB8AC3E}">
        <p14:creationId xmlns:p14="http://schemas.microsoft.com/office/powerpoint/2010/main" val="81149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C59888-6461-4A50-80D3-835DD5DF0B2C}"/>
              </a:ext>
            </a:extLst>
          </p:cNvPr>
          <p:cNvSpPr txBox="1"/>
          <p:nvPr/>
        </p:nvSpPr>
        <p:spPr>
          <a:xfrm>
            <a:off x="452062" y="339047"/>
            <a:ext cx="63494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という感じで並べてくれれば、製作期間を３か月くらいと話しても、いやそれは１か月で制作完了だよね？とか、</a:t>
            </a:r>
            <a:endParaRPr kumimoji="1" lang="en-US" altLang="ja-JP" dirty="0"/>
          </a:p>
          <a:p>
            <a:r>
              <a:rPr lang="ja-JP" altLang="en-US" dirty="0"/>
              <a:t>逆に終わらないよという指摘をすることができます。</a:t>
            </a:r>
            <a:endParaRPr lang="en-US" altLang="ja-JP" dirty="0"/>
          </a:p>
          <a:p>
            <a:r>
              <a:rPr lang="ja-JP" altLang="en-US" dirty="0"/>
              <a:t>そこを書き出してください。</a:t>
            </a:r>
            <a:endParaRPr lang="en-US" altLang="ja-JP" dirty="0"/>
          </a:p>
          <a:p>
            <a:r>
              <a:rPr lang="ja-JP" altLang="en-US"/>
              <a:t>それでいいのではと考えます。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290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356</Words>
  <Application>Microsoft Office PowerPoint</Application>
  <PresentationFormat>ワイド画面</PresentationFormat>
  <Paragraphs>97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>コンピュータ教育学院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吉祥 植田</dc:creator>
  <cp:lastModifiedBy>吉祥 植田</cp:lastModifiedBy>
  <cp:revision>1</cp:revision>
  <dcterms:created xsi:type="dcterms:W3CDTF">2026-07-15T14:33:11Z</dcterms:created>
  <dcterms:modified xsi:type="dcterms:W3CDTF">2026-07-15T14:49:57Z</dcterms:modified>
</cp:coreProperties>
</file>